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64592" cy="2286000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325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카페 안도 · 홍보 미션  |  [홍보] 우리 카페 띄워줄 인스타 인플루언서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1024128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결이 맞는 인플루언서 TOP 5,</a:t>
            </a:r>
          </a:p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인게이지먼트 실측으로 골랐습니다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977639"/>
            <a:ext cx="100584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2026-07-13 · Playwright(본인 로그인 세션) 실측 · 해시태그 6종 + 경쟁 카페 태그 2종 · 후보 12명 지표 분석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☕ 카페 안도 — 성수 연무장길 2층 12평 · 자재 쇼룸 겸 카페 · @cafe.ando_ (팔로워 320)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기준(my_cafe.md): 공간/카페/디저트 · 팔로워 5천~5만 마이크로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어떻게 찾고, 어떻게 쟀나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① 해시태그 발굴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#성수카페 #성수동카페 #동네카페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#분위기좋은카페 #카페추천 #디저트맛집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→ 상위 게시물 ~140건에서 작성자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1051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② 경쟁 카페의 손님들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04288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'메종 드 성수'·'로우키'는 실계정 없음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→ 실존 성수 대형 카페 #옹근달 #킨포크성수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게시물 작성자 = 성수 카페를 찍는 사람들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60020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810512"/>
            <a:ext cx="31089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③ 지표 실측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304288"/>
            <a:ext cx="3108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후보 12명 프로필 + 최근 게시물 9개의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좋아요·댓글 수집 (고정글·좋아요 숨김 제외)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→ 브랜드/맞팔 계정 걸러냄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12000"/>
            </a:avLst>
          </a:prstGeom>
          <a:solidFill>
            <a:srgbClr val="5C4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5F0E8"/>
                </a:solidFill>
                <a:latin typeface="Apple SD Gothic Neo"/>
                <a:ea typeface="Apple SD Gothic Neo"/>
                <a:cs typeface="Apple SD Gothic Neo"/>
              </a:rPr>
              <a:t>인게이지먼트율(ER) = (최근 9개 평균 좋아요 + 평균 댓글) ÷ 팔로워 ×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85232"/>
            <a:ext cx="102412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F5F0E8"/>
                </a:solidFill>
                <a:latin typeface="Apple SD Gothic Neo"/>
                <a:ea typeface="Apple SD Gothic Neo"/>
                <a:cs typeface="Apple SD Gothic Neo"/>
              </a:rPr>
              <a:t>팔로워는 살 수 있어도 ER은 못 산다 — 팔로워 수보다 '내 게시물에 실제로 반응하는 사람'과 우리 타깃과의 결이 핵심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팔로워 수 ≠ 효과 — 대형 0.2~0.4% vs 마이크로·나노 2.5~35%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재누 (1.8k)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719072"/>
            <a:ext cx="5303520" cy="274320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6448" y="1691640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35.76%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커푸얼 (1k)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48840"/>
            <a:ext cx="3585019" cy="274320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947" y="2121408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16.34%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쑤현 (23k)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2578608"/>
            <a:ext cx="1402282" cy="274320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5210" y="2551176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2.50%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지안 (6.2k)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008376"/>
            <a:ext cx="946930" cy="274320"/>
          </a:xfrm>
          <a:prstGeom prst="roundRect">
            <a:avLst>
              <a:gd name="adj" fmla="val 50000"/>
            </a:avLst>
          </a:prstGeom>
          <a:solidFill>
            <a:srgbClr val="B8A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9858" y="2980944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1.14%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10712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카페에디터 (52.9k)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38144"/>
            <a:ext cx="868962" cy="274320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890" y="3410712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0.96%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79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범스푼 (9.8k)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867911"/>
            <a:ext cx="778235" cy="274320"/>
          </a:xfrm>
          <a:prstGeom prst="roundRect">
            <a:avLst>
              <a:gd name="adj" fmla="val 50000"/>
            </a:avLst>
          </a:prstGeom>
          <a:solidFill>
            <a:srgbClr val="B8A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1163" y="3840479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0.77%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70248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픽철 (43.5k)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297680"/>
            <a:ext cx="768061" cy="274320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20989" y="4270248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0.75%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0016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방탱이 (151k)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727448"/>
            <a:ext cx="560912" cy="274320"/>
          </a:xfrm>
          <a:prstGeom prst="roundRect">
            <a:avLst>
              <a:gd name="adj" fmla="val 50000"/>
            </a:avLst>
          </a:prstGeom>
          <a:solidFill>
            <a:srgbClr val="B8A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3840" y="4700016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0.40%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9783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성수교과서 (173k)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5157215"/>
            <a:ext cx="539468" cy="274320"/>
          </a:xfrm>
          <a:prstGeom prst="roundRect">
            <a:avLst>
              <a:gd name="adj" fmla="val 50000"/>
            </a:avLst>
          </a:prstGeom>
          <a:solidFill>
            <a:srgbClr val="B8A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2396" y="5129783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0.37%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59552"/>
            <a:ext cx="196596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커피뚜벅이 (106k)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586984"/>
            <a:ext cx="425333" cy="274320"/>
          </a:xfrm>
          <a:prstGeom prst="roundRect">
            <a:avLst>
              <a:gd name="adj" fmla="val 50000"/>
            </a:avLst>
          </a:prstGeom>
          <a:solidFill>
            <a:srgbClr val="B8A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8261" y="5559552"/>
            <a:ext cx="146304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0.23%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20" y="1737360"/>
            <a:ext cx="260604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1920240"/>
            <a:ext cx="2194560" cy="2651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읽는 법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■ 초록 = TOP 5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■ 회색 = 비교군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10만+ 대형 3계정 평균 ER 0.33% — 같은 예산이면 결 맞는 마이크로 여러 명이 8~100배 효율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* 막대 길이는 √스케일(수치 참조) · 범스푼(9.8k)·지안(6.2k)은 맞팔로 키운 팔로워라 ER 저조 → 탈락 · 2026-07-13 실측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TOP 5 — 인게이지먼트율 + 적합도 종합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201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600200"/>
                <a:gridCol w="1051560"/>
                <a:gridCol w="1234440"/>
                <a:gridCol w="96012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계정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분야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팔로워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평균 ❤ / 💬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5F0E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 안도 적합도</a:t>
                      </a:r>
                    </a:p>
                  </a:txBody>
                  <a:tcPr anchor="ctr">
                    <a:solidFill>
                      <a:srgbClr val="5C46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 쑤현  @ssu_h_k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카페투어 · 디저트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23,004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554 / 21.1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6E7E6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2.50%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범위 내 최고 ER — 감성 카페·디저트 톤 일치, #쑤현_지역명 검색 태그로 유입이 계속 남는다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 재누  @jaenu._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서울 코스 · 공간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1,806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599 / 46.8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6E7E6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35.76%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'(저장) 코스 추천' 저장형 포맷 — 팔로워의 1/3이 좋아요. 최소 비용 와일드카드 ⚡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 픽철  @picchul_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카페·공간 사진가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43,478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317 / 7.6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6E7E6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0.75%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'골목 사랑방 · 조용한 공간' 서사 전문 — 2층 쇼룸 카페 스토리 최적, 사진 2차 활용 가치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 카페에디터  @cafe__editor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신상카페 소식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52,895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497 / 8.7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6E7E6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0.96%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신상·가오픈 카페 전문 지면 = 오픈 4주차인 우리에게 정확한 채널 (상한 소폭 초과 ⚠️)</a:t>
                      </a:r>
                    </a:p>
                  </a:txBody>
                  <a:tcPr anchor="ctr" marL="73152" marR="54864">
                    <a:solidFill>
                      <a:srgbClr val="F5F0E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 커푸얼  @cupofpour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 · 공간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1,003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137 / 26.9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6E7E6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16.34%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3A2E2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'한적한 혼자 시간' 감성이 브랜드 결 그 자체 — 무상 초대 씨딩 1순위 나노 ⚡</a:t>
                      </a:r>
                    </a:p>
                  </a:txBody>
                  <a:tcPr anchor="ctr"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⚡ 재누·커푸얼은 5천 미만 나노지만 ER 압도적 → 와일드카드 선정 · ⚠️ 카페에디터는 상한 5만을 2.9k 초과(예외 추천) · 드림픽 성수교과서(173k)는 유료 대신 '로컬 신규 카페 제보' 무료 트랙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TOP 1 · 본진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쑤현  @ssu_h_k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424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23,004 팔로워 · 평균 ❤ 554 · 💬 21.1 · ER 2.50%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왜 이 사람인가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806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카페·디저트 전문 감성 계정 — 사진 톤(따뜻한 우드·디저트 클로즈업)이 카페 안도 무드와 일치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#쑤현_지역명 검색 태그 운영 → '#쑤현_성수' 게시물은 검색 유입이 계속 남는 자산형 노출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제안: 흑임자 크림라떼 + 무화과 바스크 페어링 초대 (동행 1인 풀코스) + 원고료 협의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77440"/>
            <a:ext cx="4892040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9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💌 컨택 DM 초안 (발췌)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971800"/>
            <a:ext cx="448056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쑤현님 안녕하세요! 성수에서 작은 카페를 하는 '카페 안도' 사장입니다 ☕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#쑤현_성수 태그로 성수 카페들 둘러보다가, 디저트 사진에 담기는 따뜻한 톤이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저희 공간이랑 정말 잘 맞겠다 싶어 용기 내 연락드려요. (…전문은 influencers.md)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TOP 2 · 가성비 와일드카드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재누  @jaenu._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424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1,806 팔로워 · 평균 ❤ 599 · 💬 46.8 · ER 35.76%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왜 이 사람인가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806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'(저장) 코스 추천' 저장형 포맷 — 탐색탭 도달이 팔로워를 수십 배 초과 (좋아요가 팔로워의 1/3)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성수 대형 베이커리 카페 게시 이력 → 반대 컨셉 '성수 조용한 2층 숨은 카페 코스' 소재로 제안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제안: 동행 포함 전 메뉴 무료 + 소정의 제작비 — 나노라 비용 최소, 저장형이라 수명 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77440"/>
            <a:ext cx="4892040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9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💌 컨택 DM 초안 (발췌)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971800"/>
            <a:ext cx="448056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재누님 안녕하세요, 성수 골목 2층에 있는 '카페 안도'입니다 :)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"(저장) 코스 추천" 시리즈 너무 잘 보고 있어요. 성수 대형 베이커리 카페 편 보고,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저희 같은 반대편 컨셉(조용한 소형)도 코스 소재가 되겠다 싶어 연락드려요. (…)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TOP 3 · 브랜드 서사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픽철  @picchul_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72800" cy="566928"/>
          </a:xfrm>
          <a:prstGeom prst="roundRect">
            <a:avLst>
              <a:gd name="adj" fmla="val 12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10424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43,478 팔로워 · 평균 ❤ 317 · 💬 7.6 · ER 0.75%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왜 이 사람인가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80644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'골목 사랑방 · 13년째 한자리 로스터리' 같은 공간 서사 전문 사진가 — 우리 스토리에 정확히 꽂히는 시선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'인테리어 디자이너가 도면부터 직접 지은 살아있는 포트폴리오 카페' = 픽철 포맷 그 자체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·  제안: 조용한 시간대 촬영 초대 + 원고료 + 촬영 사진의 우리 계정 2차 활용 별도 협의 (사진 자산 확보)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377440"/>
            <a:ext cx="4892040" cy="3794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A9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560320"/>
            <a:ext cx="4480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💌 컨택 DM 초안 (발췌)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971800"/>
            <a:ext cx="448056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픽철님 안녕하세요. 성수 연무장길 안쪽 골목에서 '카페 안도'라는 2층 카페를 하는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사장이자 7년째 인테리어 회사를 운영하는 디자이너입니다. 공간을 서사로 읽어주시는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시선이, 저희 카페가 꼭 한번 담기고 싶은 시선이라 연락드렸어요. (…)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28016" cy="786384"/>
          </a:xfrm>
          <a:prstGeom prst="rect">
            <a:avLst/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E7E60"/>
                </a:solidFill>
                <a:latin typeface="Apple SD Gothic Neo"/>
                <a:ea typeface="Apple SD Gothic Neo"/>
                <a:cs typeface="Apple SD Gothic Neo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DM 보내기 전 실행 플랜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우리 계정 먼저 정비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75104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@cafe.ando_ 게시물 9개·릴스 0개로 DM 보내면 회신율 급락 — 샘플월·시그니처 릴스 3개 먼저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786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6032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하루 1~2명씩 발송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0779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동시 다발 DM = 스팸 인상 + 계정 제재 리스크. 쑤현 → 재누 → 픽철 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112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1129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93008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1주 무응답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4048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스토리 멘션으로 한 번만 소프트 리마인드 (재촉 금지)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4398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43984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25696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무료 트랙 병행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73168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성수교과서(173k)에 협찬 아닌 '로컬 신규 카페 제보' DM — Supporting Local Business 표방 계정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766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8A9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7667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58384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5C4633"/>
                </a:solidFill>
                <a:latin typeface="Apple SD Gothic Neo"/>
                <a:ea typeface="Apple SD Gothic Neo"/>
                <a:cs typeface="Apple SD Gothic Neo"/>
              </a:rPr>
              <a:t>방문일 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705856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A2E22"/>
                </a:solidFill>
                <a:latin typeface="Apple SD Gothic Neo"/>
                <a:ea typeface="Apple SD Gothic Neo"/>
                <a:cs typeface="Apple SD Gothic Neo"/>
              </a:rPr>
              <a:t>주말 한정 무화과 바스크 예약 확보 + 촬영 시간대 조용히 비워두기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B8AC9E"/>
                </a:solidFill>
                <a:latin typeface="Apple SD Gothic Neo"/>
                <a:ea typeface="Apple SD Gothic Neo"/>
                <a:cs typeface="Apple SD Gothic Neo"/>
              </a:rPr>
              <a:t>전체 데이터: week-6/influencer/influencers.md · candidates.json  |  목표(my_cafe.md §9): 인스타 320 → 3,000 팔로워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